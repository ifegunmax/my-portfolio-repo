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B125-2F04-85CC-B9E4-859AD27DD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CF164-6A92-3964-A2E5-CD439A60E8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66AE8-A5E4-529C-376D-A7F21A81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1255B-22D2-BFD0-6E2B-2CB90943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SOLELY FOR PURPOSES OF FORAGE WORK EXPERIENCE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AC3F9-8084-22E7-D885-8B98F38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687BFD-2914-5915-09E8-574865A5731A}"/>
              </a:ext>
            </a:extLst>
          </p:cNvPr>
          <p:cNvSpPr txBox="1">
            <a:spLocks/>
          </p:cNvSpPr>
          <p:nvPr userDrawn="1"/>
        </p:nvSpPr>
        <p:spPr>
          <a:xfrm>
            <a:off x="4038600" y="2079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896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6570-1523-0FD3-BC20-287B4073C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B1C4E-5C84-9734-9EE1-BF86FB5C5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56992-9D89-2C0C-4C2C-BAE80A94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FFCB4-8863-0CCB-49C4-B6B7CD56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F401C-D4D3-3500-4073-E532BD9F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44B232F-D5B6-DEFE-8440-A43739EF1CB4}"/>
              </a:ext>
            </a:extLst>
          </p:cNvPr>
          <p:cNvSpPr txBox="1">
            <a:spLocks/>
          </p:cNvSpPr>
          <p:nvPr userDrawn="1"/>
        </p:nvSpPr>
        <p:spPr>
          <a:xfrm>
            <a:off x="4038600" y="-17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44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419F-3AA8-7780-4AB2-0778AAAF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10246-D5F0-A37C-2B2C-D6A6D3CB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2C001-3FCB-0E6B-9E1F-20622B91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F9F14-D78E-F738-AB9A-82903D41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85AB1-BB89-8FEB-4B9B-6D47D0A3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10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90D2-E4BE-3BAB-80D6-46034DFB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216A8-1C74-E2BB-5D51-957032134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2CC0D-CA4E-02C7-076E-55D511571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DE4EC-111C-93BE-1438-6CDC2E8F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612E8-024B-A8EE-5D52-CE4D6B31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136DD-9F31-209F-5224-7E8DA5E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0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AF4E-854C-2F13-E1E3-1FCD814C3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20CA3-8962-ED78-5627-E2AFD1FA8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FED54-B3EB-EDCE-24C1-E05D0B1AA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824DE-EEE0-3583-344D-DEB814DF9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3C5AD-D28A-542C-CF9F-7650793A3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FE2E4-8192-9EA2-4489-80F4A15E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4C7DB-3AF1-24E1-DCBE-207B96CA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A5518-D3AE-F720-2BE0-3F9DB2DF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29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8F10-4EB4-0C0F-03BF-F531D235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CEF92-A5CC-B946-CAFC-8C36EB5A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0AED2-981A-D1A1-3051-5903B7A77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34D5F-9056-9555-8436-92D63EF8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16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0EC6A-6AD6-AA45-F17C-03F69F0B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86569-C17C-085A-6CBC-D1C4A186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85FA6-E886-1316-E77C-F547D639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5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938B-5BC3-3F7E-C07B-69D21045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5A36E-54F8-095F-63F4-D35F0CEA4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3D28-5C98-8AD3-E53B-B46BC56EF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D2A4C-20E2-A896-97ED-F88A7A23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6FC89-B6CF-07FC-4053-C9A2B6E43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4ECD2-23D6-A678-D6E6-CC8E80A4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06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D62C0-B9AF-01E3-3121-5E4CEC45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E6429-9B79-A736-0B9D-B13183DAC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859E1-EE15-4687-0846-74724C47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76135-5B72-1EEF-F390-24A30E0C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86E81-CAA3-CA1B-34FD-D779E0A7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ACC89-7C0E-4493-8D29-3D8652C2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11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7736-4A28-81E7-C82E-E08B9124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F6A39-8901-64F9-CB89-5DEDADC71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CAC13-CEF5-615F-7188-2FF61678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0B23E-BB41-954A-D844-68F59222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B89A1-9BF9-CB79-4981-4A057B60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23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3CEA5-A5BC-42F6-9417-DE058EAF3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20003-77E7-76F4-127A-9FAD2038E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2C76B-2410-6DF5-E769-3F1375B9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810E-232E-6F62-BDC3-DA16DA4E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9F2B8-DDB4-2806-89D5-BFB2856E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2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A5E74-E7EA-A582-FEFF-7E8B6526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34B22-10EC-C970-0CA4-B2EEE5D44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68B27-F4D1-8804-8F24-49F4B5CF6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0FE10-F406-47AF-8AE1-E9BA4C7E25F2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3C49D-7C0D-DBB2-ECF5-D83556B86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B63AB-DEAA-1B23-7F83-4CF51358D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73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8645A-7EA5-B666-B1C1-6EA5C00B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51791"/>
            <a:ext cx="10515600" cy="1064649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Predicting customer buying </a:t>
            </a:r>
            <a:r>
              <a:rPr lang="en-US" b="1" dirty="0" err="1"/>
              <a:t>behaviour</a:t>
            </a:r>
            <a:br>
              <a:rPr lang="en-US" dirty="0"/>
            </a:br>
            <a:br>
              <a:rPr lang="en-US" dirty="0"/>
            </a:br>
            <a:endParaRPr lang="en-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5EAA-C6A5-AC3E-0764-76956452E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53761"/>
            <a:ext cx="5157787" cy="951313"/>
          </a:xfrm>
        </p:spPr>
        <p:txBody>
          <a:bodyPr>
            <a:normAutofit fontScale="92500" lnSpcReduction="20000"/>
          </a:bodyPr>
          <a:lstStyle/>
          <a:p>
            <a:endParaRPr lang="en-US" sz="1400" dirty="0"/>
          </a:p>
          <a:p>
            <a:r>
              <a:rPr lang="en-US" sz="2600" b="0" dirty="0"/>
              <a:t>summary of the key findings from the customer booking analysis:</a:t>
            </a:r>
          </a:p>
          <a:p>
            <a:endParaRPr lang="en-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21E47-1010-AA7F-75DB-90836C4A50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900" b="1" dirty="0"/>
              <a:t>Data Overview:</a:t>
            </a:r>
            <a:r>
              <a:rPr lang="en-US" sz="2900" dirty="0"/>
              <a:t> The dataset was clean with no missing values, but required some preparation due to categorical data.</a:t>
            </a:r>
          </a:p>
          <a:p>
            <a:r>
              <a:rPr lang="en-US" sz="2900" b="1" dirty="0"/>
              <a:t>Predictive Model:</a:t>
            </a:r>
            <a:r>
              <a:rPr lang="en-US" sz="2900" dirty="0"/>
              <a:t> We trained a model to predict customer bookings, achieving reasonable overall accuracy (around 85%).</a:t>
            </a:r>
          </a:p>
          <a:p>
            <a:r>
              <a:rPr lang="en-US" sz="2900" b="1" dirty="0"/>
              <a:t>Model Performance:</a:t>
            </a:r>
            <a:r>
              <a:rPr lang="en-US" sz="2900" dirty="0"/>
              <a:t> While accurate overall, the model needs improvement in identifying actual bookings due to the low number of bookings in the data.</a:t>
            </a:r>
          </a:p>
          <a:p>
            <a:r>
              <a:rPr lang="en-US" sz="2900" b="1" dirty="0"/>
              <a:t>Key Factors:</a:t>
            </a:r>
            <a:r>
              <a:rPr lang="en-US" sz="2900" dirty="0"/>
              <a:t> The most important factors influencing bookings are how far in advance a customer books, the time of day of the flight, the length of the stay, and the flight duration.</a:t>
            </a:r>
          </a:p>
          <a:p>
            <a:r>
              <a:rPr lang="en-US" sz="2900" dirty="0"/>
              <a:t>As shown in the chart, </a:t>
            </a:r>
            <a:r>
              <a:rPr lang="en-US" sz="2900" b="1" dirty="0"/>
              <a:t>'</a:t>
            </a:r>
            <a:r>
              <a:rPr lang="en-US" sz="2900" b="1" dirty="0" err="1"/>
              <a:t>purchase_lead</a:t>
            </a:r>
            <a:r>
              <a:rPr lang="en-US" sz="2900" dirty="0"/>
              <a:t>', </a:t>
            </a:r>
            <a:r>
              <a:rPr lang="en-US" sz="2900" b="1" dirty="0"/>
              <a:t>'</a:t>
            </a:r>
            <a:r>
              <a:rPr lang="en-US" sz="2900" b="1" dirty="0" err="1"/>
              <a:t>flight_hour</a:t>
            </a:r>
            <a:r>
              <a:rPr lang="en-US" sz="2900" dirty="0"/>
              <a:t>', </a:t>
            </a:r>
            <a:r>
              <a:rPr lang="en-US" sz="2900" b="1" dirty="0"/>
              <a:t>'</a:t>
            </a:r>
            <a:r>
              <a:rPr lang="en-US" sz="2900" b="1" dirty="0" err="1"/>
              <a:t>length_of_stay</a:t>
            </a:r>
            <a:r>
              <a:rPr lang="en-US" sz="2900" dirty="0"/>
              <a:t>', and </a:t>
            </a:r>
            <a:r>
              <a:rPr lang="en-US" sz="2900" b="1" dirty="0"/>
              <a:t>'</a:t>
            </a:r>
            <a:r>
              <a:rPr lang="en-US" sz="2900" b="1" dirty="0" err="1"/>
              <a:t>flight_duration</a:t>
            </a:r>
            <a:r>
              <a:rPr lang="en-US" sz="2900" dirty="0"/>
              <a:t>' are the most influential features in predicting customer bookings</a:t>
            </a:r>
          </a:p>
          <a:p>
            <a:pPr marL="0" indent="0">
              <a:buNone/>
            </a:pPr>
            <a:endParaRPr lang="en-N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7D64D9-9DBA-B803-A744-003E56D20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514820"/>
            <a:ext cx="5183188" cy="791874"/>
          </a:xfrm>
        </p:spPr>
        <p:txBody>
          <a:bodyPr>
            <a:normAutofit fontScale="92500" lnSpcReduction="20000"/>
          </a:bodyPr>
          <a:lstStyle/>
          <a:p>
            <a:endParaRPr lang="en-US" b="0" dirty="0"/>
          </a:p>
          <a:p>
            <a:r>
              <a:rPr lang="en-US" sz="2600" b="0" dirty="0"/>
              <a:t>Feature Importance Visualization:</a:t>
            </a:r>
          </a:p>
          <a:p>
            <a:endParaRPr lang="en-NG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7F33CC-4A0D-CB31-6D33-D9C07F452E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096000" y="2505074"/>
            <a:ext cx="5183188" cy="368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1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162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   Predicting customer buying behaviour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Susan Robinson</dc:creator>
  <cp:lastModifiedBy>Maxwell</cp:lastModifiedBy>
  <cp:revision>3</cp:revision>
  <dcterms:created xsi:type="dcterms:W3CDTF">2022-12-06T11:13:27Z</dcterms:created>
  <dcterms:modified xsi:type="dcterms:W3CDTF">2025-09-11T10:32:27Z</dcterms:modified>
</cp:coreProperties>
</file>